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10 seconds: say your name and the project title, and move on.
The rules: five slides, three minutes, then two minutes of questions. Do not add slides, and do not make the text smaller to fit more in — cut words instead.
Each slide comes from your idea evaluation or your literature check. If a slide is hard to fill, that part of your idea evaluation needs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45 seconds.
Read your three sentences as written. If you need more than three sentences, the problem is not narrow enough yet.
Then say whether it is a new problem or an old one. If new, why it matters. If old, what has been tried and why that is not good enough.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45 seconds. This slide comes from your literature check (my_work/literature_verification.md).
Name the three works closest to yours — only works you have opened and checked yourself — and what each does not do.
Then say the gap in one sentence, and what you changed in your project because of the check — if anything.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45 seconds. Sections 4, 5 and 7 of your idea evaluation.
Say your contribution type, and how the gap points to it. Then your contributions — each one names the problem, your method and what is gained, not just what you did.
Finish with the necessity test: take away the making, then the site. Both should break the project; say why.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45 seconds.
Name your primary venue and track, the format and the deadline, and one thing its review form rewards. Give your backup.
Then the made thing: what it is, which machine or material, and whether it is booked. One image if you have one.
Stop. Questions follow.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ENCE_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3 minutes · 5 slides · then 2 minutes of questions</a:t>
            </a:r>
            <a:endParaRPr lang="en-US" sz="16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31520" y="3703320"/>
            <a:ext cx="106984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accent4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5" name="Text 1"/>
          <p:cNvSpPr/>
          <p:nvPr/>
        </p:nvSpPr>
        <p:spPr>
          <a:xfrm>
            <a:off x="731520" y="6126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ARTD8105 · Session 8 · 14 October 2026</a:t>
            </a: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ENCE_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778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Shape 0"/>
          <p:cNvSpPr/>
          <p:nvPr/>
        </p:nvSpPr>
        <p:spPr>
          <a:xfrm>
            <a:off x="9646920" y="438912"/>
            <a:ext cx="1965960" cy="530352"/>
          </a:xfrm>
          <a:prstGeom prst="rect">
            <a:avLst>
              <a:gd name="adj" fmla="val 13793"/>
            </a:avLst>
          </a:prstGeom>
          <a:solidFill>
            <a:schemeClr val="bg2"/>
          </a:solidFill>
          <a:ln/>
        </p:spPr>
      </p:sp>
      <p:sp>
        <p:nvSpPr>
          <p:cNvPr id="4" name="Text 1"/>
          <p:cNvSpPr/>
          <p:nvPr/>
        </p:nvSpPr>
        <p:spPr>
          <a:xfrm>
            <a:off x="9646920" y="438912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about 45 seconds</a:t>
            </a:r>
            <a:endParaRPr lang="en-US" sz="14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548640" y="1371600"/>
            <a:ext cx="6766560" cy="4663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6" name="Shape 2"/>
          <p:cNvSpPr/>
          <p:nvPr/>
        </p:nvSpPr>
        <p:spPr>
          <a:xfrm>
            <a:off x="7635240" y="1371600"/>
            <a:ext cx="3977640" cy="46634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" name="Text 3"/>
          <p:cNvSpPr/>
          <p:nvPr>
            <p:ph idx="105" type="body" hasCustomPrompt="1"/>
          </p:nvPr>
        </p:nvSpPr>
        <p:spPr>
          <a:xfrm>
            <a:off x="7863840" y="2011680"/>
            <a:ext cx="3520440" cy="3840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8" name="Text 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ARTD8105 · Idea evaluation defence · 3 minutes, then 2 minutes of questions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[Your project title]</a:t>
            </a:r>
            <a:endParaRPr lang="en-US" sz="4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731520" y="3703320"/>
            <a:ext cx="10698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accent4"/>
                </a:solidFill>
              </a:rPr>
              <a:t>[Your name]</a:t>
            </a:r>
            <a:endParaRPr lang="en-US" sz="22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accent3"/>
                </a:solidFill>
              </a:rPr>
              <a:t>[In a group: each name, with that person’s role]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problem</a:t>
            </a:r>
            <a:endParaRPr lang="en-US" sz="32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548640" y="1371600"/>
            <a:ext cx="6766560" cy="4663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[Your problem in three sentences — section 1 of your idea evaluation]</a:t>
            </a:r>
            <a:endParaRPr lang="en-US" sz="2200" dirty="0"/>
          </a:p>
        </p:txBody>
      </p:sp>
      <p:sp>
        <p:nvSpPr>
          <p:cNvPr id="4" name="side label"/>
          <p:cNvSpPr txBox="1"/>
          <p:nvPr/>
        </p:nvSpPr>
        <p:spPr>
          <a:xfrm>
            <a:off x="7863840" y="150876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New or old?</a:t>
            </a:r>
            <a:endParaRPr lang="en-US" sz="1800" dirty="0"/>
          </a:p>
        </p:txBody>
      </p:sp>
      <p:sp>
        <p:nvSpPr>
          <p:cNvPr id="5" name="Text 3"/>
          <p:cNvSpPr/>
          <p:nvPr>
            <p:ph idx="105" type="body" hasCustomPrompt="1"/>
          </p:nvPr>
        </p:nvSpPr>
        <p:spPr>
          <a:xfrm>
            <a:off x="7863840" y="2011680"/>
            <a:ext cx="3520440" cy="3840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[One sentence: who has tried this before, and why that falls short — section 2]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gap</a:t>
            </a:r>
            <a:endParaRPr lang="en-US" sz="32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548640" y="1371600"/>
            <a:ext cx="6766560" cy="4663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[Closest work 1 — authors, year: what it does not do]</a:t>
            </a:r>
            <a:endParaRPr lang="en-US" sz="2200" dirty="0"/>
          </a:p>
          <a:p>
            <a:pPr algn="l" marL="342900" indent="-342900"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[Closest work 2 — authors, year: what it does not do]</a:t>
            </a:r>
            <a:endParaRPr lang="en-US" sz="2200" dirty="0"/>
          </a:p>
          <a:p>
            <a:pPr algn="l" marL="342900" indent="-342900"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[Closest work 3 — authors, year: what it does not do]</a:t>
            </a:r>
            <a:endParaRPr lang="en-US" sz="2200" dirty="0"/>
          </a:p>
        </p:txBody>
      </p:sp>
      <p:sp>
        <p:nvSpPr>
          <p:cNvPr id="4" name="side label"/>
          <p:cNvSpPr txBox="1"/>
          <p:nvPr/>
        </p:nvSpPr>
        <p:spPr>
          <a:xfrm>
            <a:off x="7863840" y="150876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The gap, and what changed</a:t>
            </a:r>
            <a:endParaRPr lang="en-US" sz="1800" dirty="0"/>
          </a:p>
        </p:txBody>
      </p:sp>
      <p:sp>
        <p:nvSpPr>
          <p:cNvPr id="5" name="Text 3"/>
          <p:cNvSpPr/>
          <p:nvPr>
            <p:ph idx="105" type="body" hasCustomPrompt="1"/>
          </p:nvPr>
        </p:nvSpPr>
        <p:spPr>
          <a:xfrm>
            <a:off x="7863840" y="2011680"/>
            <a:ext cx="3520440" cy="3840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[The gap, in one sentence]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[What you changed in your project because of the check]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contribution</a:t>
            </a:r>
            <a:endParaRPr lang="en-US" sz="32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548640" y="1371600"/>
            <a:ext cx="6766560" cy="4663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[Type: existence proof, method, annotated portfolio, intermediate-level concept, critical or speculative]</a:t>
            </a:r>
            <a:endParaRPr lang="en-US" sz="2200" dirty="0"/>
          </a:p>
          <a:p>
            <a:pPr algn="l" marL="342900" indent="-342900"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[Contribution 1 — the problem, your method, the benefit]</a:t>
            </a:r>
            <a:endParaRPr lang="en-US" sz="2200" dirty="0"/>
          </a:p>
          <a:p>
            <a:pPr algn="l" marL="342900" indent="-342900"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[Contribution 2]</a:t>
            </a:r>
            <a:endParaRPr lang="en-US" sz="2200" dirty="0"/>
          </a:p>
          <a:p>
            <a:pPr algn="l" marL="342900" indent="-342900"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[Contribution 3]</a:t>
            </a:r>
            <a:endParaRPr lang="en-US" sz="2200" dirty="0"/>
          </a:p>
        </p:txBody>
      </p:sp>
      <p:sp>
        <p:nvSpPr>
          <p:cNvPr id="4" name="side label"/>
          <p:cNvSpPr txBox="1"/>
          <p:nvPr/>
        </p:nvSpPr>
        <p:spPr>
          <a:xfrm>
            <a:off x="7863840" y="150876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Necessity test</a:t>
            </a:r>
            <a:endParaRPr lang="en-US" sz="1800" dirty="0"/>
          </a:p>
        </p:txBody>
      </p:sp>
      <p:sp>
        <p:nvSpPr>
          <p:cNvPr id="5" name="Text 3"/>
          <p:cNvSpPr/>
          <p:nvPr>
            <p:ph idx="105" type="body" hasCustomPrompt="1"/>
          </p:nvPr>
        </p:nvSpPr>
        <p:spPr>
          <a:xfrm>
            <a:off x="7863840" y="2011680"/>
            <a:ext cx="3520440" cy="3840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[Without the making: why the finding would not stand]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[Without the site or domain: why the method would not be a contribution]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Where it goes, and what I will make</a:t>
            </a:r>
            <a:endParaRPr lang="en-US" sz="32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548640" y="1371600"/>
            <a:ext cx="6766560" cy="4663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[Venue · track · format · deadline]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[What its review form rewards, in one line]</a:t>
            </a:r>
            <a:endParaRPr lang="en-US" sz="2200" dirty="0"/>
          </a:p>
          <a:p>
            <a:pPr algn="l" indent="0" marL="0">
              <a:buNone/>
            </a:pP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[Backup venue · track · deadline]</a:t>
            </a:r>
            <a:endParaRPr lang="en-US" sz="2200" dirty="0"/>
          </a:p>
        </p:txBody>
      </p:sp>
      <p:sp>
        <p:nvSpPr>
          <p:cNvPr id="4" name="side label"/>
          <p:cNvSpPr txBox="1"/>
          <p:nvPr/>
        </p:nvSpPr>
        <p:spPr>
          <a:xfrm>
            <a:off x="7863840" y="150876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By 25 November</a:t>
            </a:r>
            <a:endParaRPr lang="en-US" sz="1800" dirty="0"/>
          </a:p>
        </p:txBody>
      </p:sp>
      <p:sp>
        <p:nvSpPr>
          <p:cNvPr id="5" name="Text 3"/>
          <p:cNvSpPr/>
          <p:nvPr>
            <p:ph idx="105" type="body" hasCustomPrompt="1"/>
          </p:nvPr>
        </p:nvSpPr>
        <p:spPr>
          <a:xfrm>
            <a:off x="7863840" y="2011680"/>
            <a:ext cx="3520440" cy="3840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[The object, and the machine or material]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[Replace with one image: a test, a sketch, a render]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TD8105 Defence">
  <a:themeElements>
    <a:clrScheme name="ARTD8105 Defence">
      <a:dk1>
        <a:srgbClr val="16213E"/>
      </a:dk1>
      <a:lt1>
        <a:srgbClr val="FFFFFF"/>
      </a:lt1>
      <a:dk2>
        <a:srgbClr val="4E5D75"/>
      </a:dk2>
      <a:lt2>
        <a:srgbClr val="F2F3F5"/>
      </a:lt2>
      <a:accent1>
        <a:srgbClr val="E94F37"/>
      </a:accent1>
      <a:accent2>
        <a:srgbClr val="16213E"/>
      </a:accent2>
      <a:accent3>
        <a:srgbClr val="7A8CA3"/>
      </a:accent3>
      <a:accent4>
        <a:srgbClr val="E2E4E8"/>
      </a:accent4>
      <a:accent5>
        <a:srgbClr val="2F6F8F"/>
      </a:accent5>
      <a:accent6>
        <a:srgbClr val="F2B134"/>
      </a:accent6>
      <a:hlink>
        <a:srgbClr val="2F6F8F"/>
      </a:hlink>
      <a:folHlink>
        <a:srgbClr val="7A8CA3"/>
      </a:folHlink>
    </a:clrScheme>
    <a:fontScheme name="ARTD8105 Defen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Idea evaluation defence — template</dc:title>
  <dc:subject>PptxGenJS Presentation</dc:subject>
  <dc:creator>ARTD8105</dc:creator>
  <cp:lastModifiedBy>ARTD8105</cp:lastModifiedBy>
  <cp:revision>1</cp:revision>
  <dcterms:created xsi:type="dcterms:W3CDTF">2026-10-06T14:26:11Z</dcterms:created>
  <dcterms:modified xsi:type="dcterms:W3CDTF">2026-10-06T14:26:11Z</dcterms:modified>
</cp:coreProperties>
</file>